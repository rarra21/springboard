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Traffic Speed Prediction Using California PeMS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Engineering Bootcamp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Predict traffic speed 60 minutes ahead using California PeMS data to support traffic management and congestion forecasting.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California PeMS sample dataset</a:t>
            </a:r>
            <a:br/>
            <a:r>
              <a:t>• Target: speed_60min_ahead</a:t>
            </a:r>
            <a:br/>
            <a:r>
              <a:t>• Features: flow, occupancy, speed, hour, day of week</a:t>
            </a:r>
            <a:br/>
            <a:r>
              <a:t>• Data cleaning and feature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Models evaluated:</a:t>
            </a:r>
            <a:br/>
            <a:r>
              <a:t>• Linear Regression</a:t>
            </a:r>
            <a:br/>
            <a:r>
              <a:t>• Ridge</a:t>
            </a:r>
            <a:br/>
            <a:r>
              <a:t>• Decision Tree</a:t>
            </a:r>
            <a:br/>
            <a:r>
              <a:t>• Random Forest</a:t>
            </a:r>
            <a:br/>
            <a:r>
              <a:t>• Gradient Boosting</a:t>
            </a:r>
            <a:br/>
            <a:r>
              <a:t>• Support Vector Regression</a:t>
            </a:r>
            <a:br/>
            <a:r>
              <a:t>• TimeSeriesSplit cross-validation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Compared MAE, RMSE, R² and correlation</a:t>
            </a:r>
            <a:br/>
            <a:r>
              <a:t>• Selected the best-performing model based on validation results</a:t>
            </a:r>
            <a:br/>
            <a:r>
              <a:t>• Demonstrated generalization using time-series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Designed for larger datasets</a:t>
            </a:r>
            <a:br/>
            <a:r>
              <a:t>• Proposed Apache Spark pipeline</a:t>
            </a:r>
            <a:br/>
            <a:r>
              <a:t>• Discussed distributed processing and scalability trade-offs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Deployment plan and architecture created</a:t>
            </a:r>
            <a:br/>
            <a:r>
              <a:t>• Production-ready implementation</a:t>
            </a:r>
            <a:br/>
            <a:r>
              <a:t>• Monitoring, logging and retraining strategy defined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Streamlit application for user interaction</a:t>
            </a:r>
            <a:br/>
            <a:r>
              <a:t>• Users enter traffic conditions and receive predicted traffic speed</a:t>
            </a:r>
            <a:br/>
            <a:r>
              <a:t>• Run locally using:</a:t>
            </a:r>
            <a:br/>
            <a:r>
              <a:t>python3 -m streamlit run app.py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Repository: https://github.com/rarra21/Springboard</a:t>
            </a:r>
            <a:br/>
            <a:r>
              <a:t>Project organized by capstone milestone branches.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Completed the end-to-end ML engineering lifecycle</a:t>
            </a:r>
            <a:br/>
            <a:r>
              <a:t>• Built, evaluated, scaled and prepared the model for deployment</a:t>
            </a:r>
            <a:br/>
            <a:r>
              <a:t>• Future work: larger datasets, cloud deployment, deep learning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